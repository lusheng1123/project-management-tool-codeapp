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Management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>
                <a:solidFill>
                  <a:srgbClr val="64748B"/>
                </a:solidFill>
              </a:defRPr>
            </a:pPr>
            <a:r>
              <a:t>End-to-End Training Guide</a:t>
            </a:r>
            <a:br/>
            <a:br/>
            <a:r>
              <a:t>Value Stream Driven | 17 Tabs | 8 Roles | Configurable Workflows</a:t>
            </a:r>
            <a:br/>
            <a:br/>
            <a:r>
              <a:t>📥 Demand → 📋 Requirement → 📁 Project → ⚡ Epic → 📝 Story → 🚀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the Project Management Tool?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A comprehensive platform for managing the full delivery lifecycle from demand intake through to production release.</a:t>
            </a:r>
            <a:br/>
            <a:br/>
            <a:r>
              <a:t>📥 Demand Intake — anyone can submit a demand against an application</a:t>
            </a:r>
            <a:br/>
            <a:r>
              <a:t>🔄 Configurable Workflow — each Value Stream defines its own approval process</a:t>
            </a:r>
            <a:br/>
            <a:r>
              <a:t>📁 Project Management — pipeline tracking with governance checkpoints</a:t>
            </a:r>
            <a:br/>
            <a:r>
              <a:t>⚡ Agile Delivery — Epics &amp; User Stories with story points</a:t>
            </a:r>
            <a:br/>
            <a:r>
              <a:t>🚀 Release Management — sprint tracking &amp; signoff workflow</a:t>
            </a:r>
            <a:br/>
            <a:r>
              <a:t>📊 Portfolio View — holistic view across all value streams</a:t>
            </a:r>
            <a:br/>
            <a:r>
              <a:t>👤 Role-Based Access — 8 roles with tailored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to Read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This training guide is organized by ROLE — find your role below and review your responsibilities, tabs, and actionable items.</a:t>
            </a:r>
            <a:br/>
            <a:br/>
            <a:r>
              <a:t>👤 Who You Are → What You See → What You Can Do</a:t>
            </a:r>
            <a:br/>
            <a:br/>
            <a:r>
              <a:t>Slides 4-5: Role matrix &amp; comparison</a:t>
            </a:r>
            <a:br/>
            <a:r>
              <a:t>Slides 6-13: Individual role deep-dives</a:t>
            </a:r>
            <a:br/>
            <a:r>
              <a:t>Slides 14+: Feature walkthroughs</a:t>
            </a:r>
            <a:br/>
            <a:br/>
            <a:r>
              <a:t>💡 TIP: Use the role selector in the app header to switch between roles and see the tool from different perspectives.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Role Access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┌────────────────────┬─────┬──────┬──────┬─────┬──────┬──────┬─────┐</a:t>
            </a:r>
            <a:br/>
            <a:r>
              <a:t>│ Tab                │ Adm │VSPMO │ VSO  │ PO  │ DL   │ BA   │ RM  │ITSO │</a:t>
            </a:r>
            <a:br/>
            <a:r>
              <a:t>├────────────────────┼─────┼──────┼──────┼─────┼──────┼──────┼─────┤</a:t>
            </a:r>
            <a:br/>
            <a:r>
              <a:t>│ 📊 Dashboard       │  ✅ │  ✅  │  ✅  │ ✅  │  ✅  │  ✅  │ ✅ │ ✅  │</a:t>
            </a:r>
            <a:br/>
            <a:r>
              <a:t>│ 📈 Portfolio       │  ✅ │  ✅  │  ✅  │ ✅  │  ✅  │  ✅  │ ✅ │ ✅  │</a:t>
            </a:r>
            <a:br/>
            <a:r>
              <a:t>│ 📥 Demand          │  ✅ │  ✅  │  ✅  │ ✅  │  ✅  │  ✅  │  — │  —  │</a:t>
            </a:r>
            <a:br/>
            <a:r>
              <a:t>│ 📦 Products        │  ✅ │  ✅  │  ✅  │ ✅  │  ✅  │  ✅  │ ✅ │ ✅  │</a:t>
            </a:r>
            <a:br/>
            <a:r>
              <a:t>│ 📁 Projects        │  ✅ │  ✅  │  ✅  │ ✅  │  ✅  │  ✅  │ ✅ │ ✅  │</a:t>
            </a:r>
            <a:br/>
            <a:r>
              <a:t>│ 🎯 Capabilities    │  ✅ │  ✅  │  ✅  │  — │  ✅  │  ✅  │  — │  —  │</a:t>
            </a:r>
            <a:br/>
            <a:r>
              <a:t>│ 📋 Requirements    │  ✅ │  ✅  │  ✅  │ ✅  │  ✅  │  ✅  │ ✅ │ ✅  │</a:t>
            </a:r>
            <a:br/>
            <a:r>
              <a:t>│ ⚡ Epics            │  ✅ │  ✅  │  ✅  │ ✅  │  ✅  │  ✅  │ ✅ │ ✅  │</a:t>
            </a:r>
            <a:br/>
            <a:r>
              <a:t>│ 📝 Stories         │  ✅ │  ✅  │  ✅  │ ✅  │  ✅  │  ✅  │ ✅ │ ✅  │</a:t>
            </a:r>
            <a:br/>
            <a:r>
              <a:t>│ ⚠️ Risks           │  ✅ │  ✅  │  ✅  │ ✅  │  ✅  │  ✅  │ ✅ │ ✅  │</a:t>
            </a:r>
            <a:br/>
            <a:r>
              <a:t>│ 🔗 Dependencies    │  ✅ │  ✅  │  ✅  │ ✅  │  ✅  │  ✅  │ ✅ │ ✅  │</a:t>
            </a:r>
            <a:br/>
            <a:r>
              <a:t>│ 🚀 Releases        │  ✅ │  ✅  │  ✅  │ ✅  │  ✅  │  ✅  │ ✅ │ ✅  │</a:t>
            </a:r>
            <a:br/>
            <a:r>
              <a:t>│ 📋 Sprints         │  ✅ │  ✅  │  ✅  │ ✅  │  ✅  │  ✅  │ ✅ │ ✅  │</a:t>
            </a:r>
            <a:br/>
            <a:r>
              <a:t>│ ✅ Governance      │  ✅ │  ✅  │  ✅  │ ✅  │  ✅  │  ✅  │ ✅ │ ✅  │</a:t>
            </a:r>
            <a:br/>
            <a:r>
              <a:t>│ 👥 Resources       │  ✅ │  ✅  │  ✅  │  — │  ✅  │  ✅  │  — │  —  │</a:t>
            </a:r>
            <a:br/>
            <a:r>
              <a:t>│ 👤 Users           │  ✅ │   —  │   —  │  — │  ✅  │   —  │  — │  —  │</a:t>
            </a:r>
            <a:br/>
            <a:r>
              <a:t>│ ⚙️ Config          │  ✅ │   —  │   —  │  — │   —  │   —  │  — │  —  │</a:t>
            </a:r>
            <a:br/>
            <a:r>
              <a:t>├────────────────────┼─────┼──────┼──────┼─────┼──────┼──────┼─────┤</a:t>
            </a:r>
            <a:br/>
            <a:r>
              <a:t>│ Total Tabs         │ 17  │  16  │  12  │ 11  │  14  │  13  │ 12 │ 11  │</a:t>
            </a:r>
            <a:br/>
            <a:r>
              <a:t>└────────────────────┴─────┴──────┴──────┴─────┴──────┴──────┴─────┘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Actions by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What each role sees on their Dashboard Action Items panel:</a:t>
            </a:r>
            <a:br/>
            <a:br/>
            <a:r>
              <a:t>👑 Admin: All pending demands (Triage / Assess / Approve / Convert)</a:t>
            </a:r>
            <a:br/>
            <a:r>
              <a:t>  + All pending release signoffs</a:t>
            </a:r>
            <a:br/>
            <a:br/>
            <a:r>
              <a:t>🏢 Value Stream PMO: Demands to Approve + Pending Signoffs</a:t>
            </a:r>
            <a:br/>
            <a:r>
              <a:t>  (oversees all value streams, unfiltered views)</a:t>
            </a:r>
            <a:br/>
            <a:br/>
            <a:r>
              <a:t>🌊 Value Stream Owner: Demands to Approve (Assessed status)</a:t>
            </a:r>
            <a:br/>
            <a:r>
              <a:t>  + Pending signoffs (only their assigned value streams)</a:t>
            </a:r>
            <a:br/>
            <a:br/>
            <a:r>
              <a:t>📦 Product Owner: Demands to Approve + Pending Signoffs</a:t>
            </a:r>
            <a:br/>
            <a:br/>
            <a:r>
              <a:t>🚀 Delivery Lead: Demands to Triage / Assess / Convert</a:t>
            </a:r>
            <a:br/>
            <a:r>
              <a:t>  + Pending Signoffs</a:t>
            </a:r>
            <a:br/>
            <a:br/>
            <a:r>
              <a:t>📊 Business Analyst: Submitted Demands (view only)</a:t>
            </a:r>
            <a:br/>
            <a:br/>
            <a:r>
              <a:t>🔖 Release Manager: Pending Signoffs only</a:t>
            </a:r>
            <a:br/>
            <a:br/>
            <a:r>
              <a:t>🔒 ITSO: Assessed + PSC Review Demands (security review)</a:t>
            </a:r>
            <a:br/>
            <a:br/>
            <a:r>
              <a:t>• Viewers: Stats only (no actionable items)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👑 Admin — System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Full access — all tabs, all actions</a:t>
            </a:r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Configure the entire system via ⚙️ Config tab</a:t>
            </a:r>
            <a:br/>
            <a:r>
              <a:t>• Manage users and their roles (👤 Users tab)</a:t>
            </a:r>
            <a:br/>
            <a:r>
              <a:t>• Approve demands, manage releases, oversee governance</a:t>
            </a:r>
            <a:br/>
            <a:r>
              <a:t>• All CRUD operations across all 17 tabs</a:t>
            </a:r>
            <a:br/>
            <a:br/>
            <a:r>
              <a:t>KEY ACTIONS:</a:t>
            </a:r>
            <a:br/>
            <a:r>
              <a:t>• 📥 Demand: Full workflow — can Triage, Assess, Approve, Convert, Reject</a:t>
            </a:r>
            <a:br/>
            <a:r>
              <a:t>• 🚀 Release: Full lifecycle — Create, Open, Review, Complete, Signoff</a:t>
            </a:r>
            <a:br/>
            <a:r>
              <a:t>• ✅ Governance: Full edit (status, owner, dates)</a:t>
            </a:r>
            <a:br/>
            <a:r>
              <a:t>• 👤 Users: Create/Edit/Delete users, assign roles</a:t>
            </a:r>
            <a:br/>
            <a:r>
              <a:t>• ⚙️ Config: Add/edit/remove configuration entries</a:t>
            </a:r>
            <a:br/>
            <a:br/>
            <a:r>
              <a:t>DASHBOARD SEES: All pending items across every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🌊 Value Stream Owner (VSO)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Owns one or more value streams — approves demands within their VS</a:t>
            </a:r>
          </a:p>
        </p:txBody>
      </p:sp>
      <p:pic>
        <p:nvPicPr>
          <p:cNvPr id="5" name="Picture 4" descr="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Oversee demands across their assigned value streams</a:t>
            </a:r>
            <a:br/>
            <a:r>
              <a:t>• Approve demands that have been assessed (Assessed → Approved)</a:t>
            </a:r>
            <a:br/>
            <a:r>
              <a:t>• Review Portfolio and Sprint views filtered to their VS</a:t>
            </a:r>
            <a:br/>
            <a:r>
              <a:t>• Monitor risks, dependencies, and governance for their VS products</a:t>
            </a:r>
            <a:br/>
            <a:br/>
            <a:r>
              <a:t>TABS VISIBLE (12): Dashboard, Portfolio, Demand, Products, Projects,</a:t>
            </a:r>
            <a:br/>
            <a:r>
              <a:t>  Capabilities, Requirements, Epics, Stories, Risks, Deps,</a:t>
            </a:r>
            <a:br/>
            <a:r>
              <a:t>  Releases, Sprints, Governance</a:t>
            </a:r>
            <a:br/>
            <a:br/>
            <a:r>
              <a:t>KEY ACTIONS:</a:t>
            </a:r>
            <a:br/>
            <a:r>
              <a:t>• 📥 Demand: Approve demands + Reject</a:t>
            </a:r>
            <a:br/>
            <a:r>
              <a:t>• 🚀 Release: Signoff pending stories</a:t>
            </a:r>
            <a:br/>
            <a:r>
              <a:t>• 📈 Portfolio: Sees only their assigned value stream products</a:t>
            </a:r>
            <a:br/>
            <a:r>
              <a:t>• 📋 Sprints: Sees only their assigned value stream products</a:t>
            </a:r>
            <a:br/>
            <a:r>
              <a:t>• ✅ Governance: Can edit all items</a:t>
            </a:r>
            <a:br/>
            <a:br/>
            <a:r>
              <a:t>CONFIGURATION: Assign value streams via 👤 Users tab</a:t>
            </a:r>
            <a:br/>
            <a:r>
              <a:t>  (pm_valuestream field — comma-separated VS IDs)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7/20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🏢 Value Stream PMO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Oversees ALL value streams — like Admin but without Config access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Cross-VS oversight — sees all value streams unfiltered</a:t>
            </a:r>
            <a:br/>
            <a:r>
              <a:t>• Approve demands across any value stream</a:t>
            </a:r>
            <a:br/>
            <a:r>
              <a:t>• Manage resources and review governance</a:t>
            </a:r>
            <a:br/>
            <a:br/>
            <a:r>
              <a:t>TABS VISIBLE (16): All except ⚙️ Config</a:t>
            </a:r>
            <a:br/>
            <a:br/>
            <a:r>
              <a:t>KEY DIFFERENCES FROM ADMIN:</a:t>
            </a:r>
            <a:br/>
            <a:r>
              <a:t>• ❌ Cannot access Config tab</a:t>
            </a:r>
            <a:br/>
            <a:r>
              <a:t>• ❌ Cannot manage users</a:t>
            </a:r>
            <a:br/>
            <a:r>
              <a:t>• ✅ Everything else same as Admin</a:t>
            </a:r>
            <a:br/>
            <a:br/>
            <a:r>
              <a:t>DASHBOARD SEES: Demands to Approve + Pending Signoffs across all 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8/20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📦 Product Owner (PO)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Owns specific products — approves demands, signs off releases</a:t>
            </a:r>
          </a:p>
        </p:txBody>
      </p:sp>
      <p:pic>
        <p:nvPicPr>
          <p:cNvPr id="5" name="Picture 4" descr="rele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Product-level demand approval (Assessed → Approved)</a:t>
            </a:r>
            <a:br/>
            <a:r>
              <a:t>• Sign off on release items (✍️ Signoff button)</a:t>
            </a:r>
            <a:br/>
            <a:r>
              <a:t>• Review epics and stories for their products</a:t>
            </a:r>
            <a:br/>
            <a:br/>
            <a:r>
              <a:t>TABS VISIBLE (11): Dashboard, Portfolio, Demand, Products, Projects,</a:t>
            </a:r>
            <a:br/>
            <a:r>
              <a:t>  Requirements, Epics, Stories, Risks, Deps, Releases,</a:t>
            </a:r>
            <a:br/>
            <a:r>
              <a:t>  Sprints, Governance</a:t>
            </a:r>
            <a:br/>
            <a:br/>
            <a:r>
              <a:t>KEY ACTIONS:</a:t>
            </a:r>
            <a:br/>
            <a:r>
              <a:t>• 📥 Demand: Approve + Reject (only these two workflow actions)</a:t>
            </a:r>
            <a:br/>
            <a:r>
              <a:t>• 🚀 Release: Signoff pending stories (✍️ Signoff button)</a:t>
            </a:r>
            <a:br/>
            <a:r>
              <a:t>• ✅ Governance: Can edit items</a:t>
            </a:r>
            <a:br/>
            <a:r>
              <a:t>• 📦 Products: View, edit, and manage product details</a:t>
            </a:r>
            <a:br/>
            <a:br/>
            <a:r>
              <a:t>DASHBOARD SEES: Demands to Approve + Pending Release Signoffs</a:t>
            </a:r>
            <a:br/>
            <a:br/>
            <a:r>
              <a:t>NOTE: Cannot create/edit demands, cannot triage or 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🚀 Delivery Lead (DL)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Manages delivery — projects, resources, releases</a:t>
            </a:r>
          </a:p>
        </p:txBody>
      </p:sp>
      <p:pic>
        <p:nvPicPr>
          <p:cNvPr id="5" name="Picture 4" descr="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Own demand workflow: Triage → Assess → Convert</a:t>
            </a:r>
            <a:br/>
            <a:r>
              <a:t>• Manage projects, epics, stories, resources</a:t>
            </a:r>
            <a:br/>
            <a:r>
              <a:t>• Register stories into releases</a:t>
            </a:r>
            <a:br/>
            <a:r>
              <a:t>• Review governance checklists</a:t>
            </a:r>
            <a:br/>
            <a:br/>
            <a:r>
              <a:t>TABS VISIBLE (14): Dashboard, Portfolio, Demand, Products, Projects,</a:t>
            </a:r>
            <a:br/>
            <a:r>
              <a:t>  Capabilities, Requirements, Epics, Stories, Risks, Deps,</a:t>
            </a:r>
            <a:br/>
            <a:r>
              <a:t>  Releases, Sprints, Governance, Resources, Users</a:t>
            </a:r>
            <a:br/>
            <a:br/>
            <a:r>
              <a:t>KEY ACTIONS:</a:t>
            </a:r>
            <a:br/>
            <a:r>
              <a:t>• 📥 Demand: Triage, Assess, Convert, Reject (+ Raise Demand)</a:t>
            </a:r>
            <a:br/>
            <a:r>
              <a:t>• 🚀 Release: Register stories (+ Create/Edit/Delete releases)</a:t>
            </a:r>
            <a:br/>
            <a:r>
              <a:t>• ✅ Governance: Full edit all items</a:t>
            </a:r>
            <a:br/>
            <a:r>
              <a:t>• 👥 Resources: Full CRUD</a:t>
            </a:r>
            <a:br/>
            <a:r>
              <a:t>• 👤 Users: Can manage users and their roles</a:t>
            </a:r>
            <a:br/>
            <a:br/>
            <a:r>
              <a:t>DASHBOARD SEES: Demands to Triage/Assess/Convert + Pending Signoffs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Business Analyst (BA)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Raises demands, analyzes requirements — read-only on most views</a:t>
            </a:r>
          </a:p>
        </p:txBody>
      </p:sp>
      <p:pic>
        <p:nvPicPr>
          <p:cNvPr id="5" name="Picture 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Raise new demands (+ Raise Demand button)</a:t>
            </a:r>
            <a:br/>
            <a:r>
              <a:t>• View demand status and track progress</a:t>
            </a:r>
            <a:br/>
            <a:r>
              <a:t>• Review requirements and products</a:t>
            </a:r>
            <a:br/>
            <a:br/>
            <a:r>
              <a:t>TABS VISIBLE (13): Dashboard, Portfolio, Demand, Products, Projects,</a:t>
            </a:r>
            <a:br/>
            <a:r>
              <a:t>  Capabilities, Requirements, Epics, Stories, Risks, Deps,</a:t>
            </a:r>
            <a:br/>
            <a:r>
              <a:t>  Releases, Sprints, Governance</a:t>
            </a:r>
            <a:br/>
            <a:br/>
            <a:r>
              <a:t>KEY ACTIONS:</a:t>
            </a:r>
            <a:br/>
            <a:r>
              <a:t>• 📥 Demand: Can raise new demands (Submit)</a:t>
            </a:r>
            <a:br/>
            <a:r>
              <a:t>• ❌ Cannot edit existing demands, cannot Triage/Assess/Approve/Reject</a:t>
            </a:r>
            <a:br/>
            <a:r>
              <a:t>• ✅ Governance: READ-ONLY (inputs disabled, Generate button hidden)</a:t>
            </a:r>
            <a:br/>
            <a:r>
              <a:t>• All other views: READ-ONLY</a:t>
            </a:r>
            <a:br/>
            <a:br/>
            <a:r>
              <a:t>DASHBOARD SEES: Submitted demands only</a:t>
            </a:r>
            <a:br/>
            <a:br/>
            <a:r>
              <a:t>SPRINT BOARD: Only shows products with active demands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11/20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🔖 Release Manager (RM)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Manages release lifecycle and signoffs</a:t>
            </a:r>
          </a:p>
        </p:txBody>
      </p:sp>
      <p:pic>
        <p:nvPicPr>
          <p:cNvPr id="5" name="Picture 4" descr="s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Full release lifecycle: Create → Open → Review → Complete</a:t>
            </a:r>
            <a:br/>
            <a:r>
              <a:t>• Sign off on release items</a:t>
            </a:r>
            <a:br/>
            <a:r>
              <a:t>• Register stories into releases</a:t>
            </a:r>
            <a:br/>
            <a:br/>
            <a:r>
              <a:t>TABS VISIBLE (12): Dashboard, Portfolio, Products, Projects,</a:t>
            </a:r>
            <a:br/>
            <a:r>
              <a:t>  Requirements, Epics, Stories, Risks, Deps, Releases,</a:t>
            </a:r>
            <a:br/>
            <a:r>
              <a:t>  Sprints, Governance</a:t>
            </a:r>
            <a:br/>
            <a:br/>
            <a:r>
              <a:t>KEY ACTIONS:</a:t>
            </a:r>
            <a:br/>
            <a:r>
              <a:t>• 🚀 Release: ALL actions — Create, Open, Review, Complete, Signoff, Register</a:t>
            </a:r>
            <a:br/>
            <a:r>
              <a:t>• ✅ Governance: Can edit items</a:t>
            </a:r>
            <a:br/>
            <a:r>
              <a:t>• ❌ No access to 📥 Demand tab</a:t>
            </a:r>
            <a:br/>
            <a:r>
              <a:t>• All other tabs: View-only</a:t>
            </a:r>
            <a:br/>
            <a:br/>
            <a:r>
              <a:t>DASHBOARD SEES: Pending signoffs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12/20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🔒 ITSO — IT Security Officer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Reviews demands and risks from a security perspective</a:t>
            </a:r>
          </a:p>
        </p:txBody>
      </p:sp>
      <p:pic>
        <p:nvPicPr>
          <p:cNvPr id="5" name="Picture 4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Security review of demands in Assessed or PSC Review status</a:t>
            </a:r>
            <a:br/>
            <a:r>
              <a:t>• Monitor risks and dependencies across all products</a:t>
            </a:r>
            <a:br/>
            <a:r>
              <a:t>• Review requirements for security compliance</a:t>
            </a:r>
            <a:br/>
            <a:br/>
            <a:r>
              <a:t>TABS VISIBLE (11): Dashboard, Portfolio, Products, Projects,</a:t>
            </a:r>
            <a:br/>
            <a:r>
              <a:t>  Requirements, Epics, Stories, Risks, Deps, Releases,</a:t>
            </a:r>
            <a:br/>
            <a:r>
              <a:t>  Sprints, Governance</a:t>
            </a:r>
            <a:br/>
            <a:br/>
            <a:r>
              <a:t>KEY ACTIONS:</a:t>
            </a:r>
            <a:br/>
            <a:r>
              <a:t>• 📥 Demand: READ-ONLY (cannot create/edit/change status)</a:t>
            </a:r>
            <a:br/>
            <a:r>
              <a:t>• ⚠️ Risks &amp; 🔗 Deps: View-only</a:t>
            </a:r>
            <a:br/>
            <a:r>
              <a:t>• ✅ Governance: READ-ONLY</a:t>
            </a:r>
            <a:br/>
            <a:r>
              <a:t>• ❌ No access to 📥 Demand workflow actions</a:t>
            </a:r>
            <a:br/>
            <a:br/>
            <a:r>
              <a:t>DASHBOARD SEES: Demands in Assessed + PSC Review status</a:t>
            </a:r>
            <a:br/>
            <a:r>
              <a:t>  (for security review purposes)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13/20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📥 Demand Intake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Configurable per Value Stream</a:t>
            </a:r>
          </a:p>
        </p:txBody>
      </p:sp>
      <p:pic>
        <p:nvPicPr>
          <p:cNvPr id="5" name="Picture 4" descr="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HOW TO RAISE A DEMAND:</a:t>
            </a:r>
            <a:br/>
            <a:r>
              <a:t>1. Click + Raise Demand on the 📥 Demand tab</a:t>
            </a:r>
            <a:br/>
            <a:r>
              <a:t>2. Fill in Title, Detail, Type, Priority</a:t>
            </a:r>
            <a:br/>
            <a:r>
              <a:t>3. Select Value Stream (determines workflow)</a:t>
            </a:r>
            <a:br/>
            <a:r>
              <a:t>4. Select Product (the app the demand targets)</a:t>
            </a:r>
            <a:br/>
            <a:r>
              <a:t>5. Click Save → status set to first step in VS flow</a:t>
            </a:r>
            <a:br/>
            <a:br/>
            <a:r>
              <a:t>WORKFLOW BY VALUE STREAM:</a:t>
            </a:r>
            <a:br/>
            <a:r>
              <a:t>• Customer Experience: Submitted → Triaging → Approved (3 steps)</a:t>
            </a:r>
            <a:br/>
            <a:r>
              <a:t>• Operational Efficiency: Submitted → Triaging → Assessed → Approved (4 steps)</a:t>
            </a:r>
            <a:br/>
            <a:r>
              <a:t>• Risk &amp; Compliance: Submitted → Triaging → Assessed → PSC Review → Approved (5 steps)</a:t>
            </a:r>
            <a:br/>
            <a:br/>
            <a:r>
              <a:t>CHANGING STATUS:</a:t>
            </a:r>
            <a:br/>
            <a:r>
              <a:t>• Click 'Change Status' button → dropdown shows all next steps from config</a:t>
            </a:r>
            <a:br/>
            <a:r>
              <a:t>• Selecting 'Approved' opens Convert to Requirement modal</a:t>
            </a:r>
            <a:br/>
            <a:r>
              <a:t>• Selecting 'Rejected' immediately rejects the demand</a:t>
            </a:r>
            <a:br/>
            <a:br/>
            <a:r>
              <a:t>⚙️ CONFIG: Edit demand_flow entries in ⚙️ Config tab to add/remove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14/20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📋 Sprint Board — Team × Product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Derived from Resource Assignments to Epics</a:t>
            </a:r>
          </a:p>
        </p:txBody>
      </p:sp>
      <p:pic>
        <p:nvPicPr>
          <p:cNvPr id="5" name="Picture 4" descr="s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HOW IT WORKS:</a:t>
            </a:r>
            <a:br/>
            <a:r>
              <a:t>• Teams (rows) are derived from resource assignments → epics</a:t>
            </a:r>
            <a:br/>
            <a:r>
              <a:t>• Products (columns) are derived from release items → stories → epics → projects → products</a:t>
            </a:r>
            <a:br/>
            <a:r>
              <a:t>• Each cell shows sprint cards for that Team × Product combination</a:t>
            </a:r>
            <a:br/>
            <a:br/>
            <a:r>
              <a:t>SPRINT CARD SHOWS:</a:t>
            </a:r>
            <a:br/>
            <a:r>
              <a:t>• Sprint name &amp; status badge</a:t>
            </a:r>
            <a:br/>
            <a:r>
              <a:t>• Release &amp; cutoff dates</a:t>
            </a:r>
            <a:br/>
            <a:r>
              <a:t>• Story count &amp; signoff progress</a:t>
            </a:r>
            <a:br/>
            <a:r>
              <a:t>• Story Points: completed / total (e.g. 21/26 SP)</a:t>
            </a:r>
            <a:br/>
            <a:r>
              <a:t>• Progress bar for pending signoffs</a:t>
            </a:r>
            <a:br/>
            <a:br/>
            <a:r>
              <a:t>FILTERS:</a:t>
            </a:r>
            <a:br/>
            <a:r>
              <a:t>• ☑ Show completed sprints — toggle to see Released sprints</a:t>
            </a:r>
            <a:br/>
            <a:r>
              <a:t>• Role-based: VSO sees only their VS products</a:t>
            </a:r>
            <a:br/>
            <a:r>
              <a:t>• BA sees only products with active demands</a:t>
            </a:r>
            <a:br/>
            <a:br/>
            <a:r>
              <a:t>Click any card → navigates to Releases tab with auto-expand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✅ Governance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Per-project, per-phase, fully configurable</a:t>
            </a:r>
          </a:p>
        </p:txBody>
      </p:sp>
      <p:pic>
        <p:nvPicPr>
          <p:cNvPr id="5" name="Picture 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HOW IT WORKS:</a:t>
            </a:r>
            <a:br/>
            <a:r>
              <a:t>• Each project has a governance template (auto-detect or explicit)</a:t>
            </a:r>
            <a:br/>
            <a:r>
              <a:t>• Template determines which phases and checklist items appear</a:t>
            </a:r>
            <a:br/>
            <a:r>
              <a:t>• Phases are configurable per value stream</a:t>
            </a:r>
            <a:br/>
            <a:r>
              <a:t>• Checklist items are configurable per VS + phase</a:t>
            </a:r>
            <a:br/>
            <a:br/>
            <a:r>
              <a:t>PER-PROJECT TEMPLATE ASSIGNMENT:</a:t>
            </a:r>
            <a:br/>
            <a:r>
              <a:t>• Edit a project → Gov Template dropdown</a:t>
            </a:r>
            <a:br/>
            <a:r>
              <a:t>• 'Auto-detect from VS' — uses product's value stream</a:t>
            </a:r>
            <a:br/>
            <a:r>
              <a:t>• Explicit template — locks to a specific VS template</a:t>
            </a:r>
            <a:br/>
            <a:br/>
            <a:r>
              <a:t>EDITING ITEMS:</a:t>
            </a:r>
            <a:br/>
            <a:r>
              <a:t>• Status dropdown: To Do / In Progress / Done / N/A</a:t>
            </a:r>
            <a:br/>
            <a:r>
              <a:t>• Owner input, Plan Start/End, Actual Start/End — all inline editable</a:t>
            </a:r>
            <a:br/>
            <a:r>
              <a:t>• Config-only items auto-create on first edit</a:t>
            </a:r>
            <a:br/>
            <a:r>
              <a:t>• 'Generate N Items' button creates all missing items at once</a:t>
            </a:r>
            <a:br/>
            <a:br/>
            <a:r>
              <a:t>FILTERS: Project dropdown + Phase dropdown + Search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🚀 Release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Epic-grouped with signoff workflow</a:t>
            </a:r>
          </a:p>
        </p:txBody>
      </p:sp>
      <p:pic>
        <p:nvPicPr>
          <p:cNvPr id="5" name="Picture 4" descr="rele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RELEASE LIFECYCLE:</a:t>
            </a:r>
            <a:br/>
            <a:r>
              <a:t>• Draft → Open → In Review → Released</a:t>
            </a:r>
            <a:br/>
            <a:r>
              <a:t>• Workflow buttons appear based on current status</a:t>
            </a:r>
            <a:br/>
            <a:br/>
            <a:r>
              <a:t>REGISTERING STORIES:</a:t>
            </a:r>
            <a:br/>
            <a:r>
              <a:t>• Click ➕ Register on an Open release</a:t>
            </a:r>
            <a:br/>
            <a:r>
              <a:t>• Select unregistered user stories</a:t>
            </a:r>
            <a:br/>
            <a:r>
              <a:t>• Stories grouped by Epic (two-level expand)</a:t>
            </a:r>
            <a:br/>
            <a:br/>
            <a:r>
              <a:t>SIGNOFF WORKFLOW:</a:t>
            </a:r>
            <a:br/>
            <a:r>
              <a:t>• Individual story signoff: Pending → Approved / Rejected</a:t>
            </a:r>
            <a:br/>
            <a:r>
              <a:t>• ✍️ Signoff button appears on each pending story</a:t>
            </a:r>
            <a:br/>
            <a:r>
              <a:t>• Signoff modal: Decision (Approved/Rejected) + Note</a:t>
            </a:r>
            <a:br/>
            <a:r>
              <a:t>• Signoff recorded with by/date metadata</a:t>
            </a:r>
            <a:br/>
            <a:br/>
            <a:r>
              <a:t>Click any release row → expands epics → expands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17/20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📈 Portfolio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Value Stream grouped product cards with holistic metrics</a:t>
            </a:r>
          </a:p>
        </p:txBody>
      </p:sp>
      <p:pic>
        <p:nvPicPr>
          <p:cNvPr id="5" name="Picture 4" descr="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PER-PRODUCT CARD SHOWS:</a:t>
            </a:r>
            <a:br/>
            <a:r>
              <a:t>• Demand count with status breakdown badges</a:t>
            </a:r>
            <a:br/>
            <a:r>
              <a:t>• Project count</a:t>
            </a:r>
            <a:br/>
            <a:r>
              <a:t>• Story Points: done/total with progress bar</a:t>
            </a:r>
            <a:br/>
            <a:r>
              <a:t>• Teams involved (from assignment chain)</a:t>
            </a:r>
            <a:br/>
            <a:r>
              <a:t>• Active sprints count</a:t>
            </a:r>
            <a:br/>
            <a:r>
              <a:t>• Risk &amp; dependency counts</a:t>
            </a:r>
            <a:br/>
            <a:br/>
            <a:r>
              <a:t>VALUE STREAM HEADER:</a:t>
            </a:r>
            <a:br/>
            <a:r>
              <a:t>• Flow step count badge (e.g. '4 steps')</a:t>
            </a:r>
            <a:br/>
            <a:r>
              <a:t>• Product count</a:t>
            </a:r>
            <a:br/>
            <a:br/>
            <a:r>
              <a:t>ROLE FILTERING:</a:t>
            </a:r>
            <a:br/>
            <a:r>
              <a:t>• VSO: only their assigned value stream products</a:t>
            </a:r>
            <a:br/>
            <a:r>
              <a:t>• All others: full view</a:t>
            </a:r>
            <a:br/>
            <a:br/>
            <a:r>
              <a:t>Click any card → navigates to Products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18/20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Getting Started —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1️⃣ RAISE A DEMAND: Go to 📥 Demand → + Raise Demand</a:t>
            </a:r>
            <a:br/>
            <a:br/>
            <a:r>
              <a:t>2️⃣ WORKFLOW: Click Change Status on a demand to advance it</a:t>
            </a:r>
            <a:br/>
            <a:r>
              <a:t>  → Last step (Approved) creates a Requirement</a:t>
            </a:r>
            <a:br/>
            <a:br/>
            <a:r>
              <a:t>3️⃣ CREATE A PROJECT: Go to 📁 Projects → + New Project</a:t>
            </a:r>
            <a:br/>
            <a:r>
              <a:t>  → Assign a Governance Template if needed</a:t>
            </a:r>
            <a:br/>
            <a:br/>
            <a:r>
              <a:t>4️⃣ MANAGE EPICS &amp; STORIES: Break down requirements</a:t>
            </a:r>
            <a:br/>
            <a:r>
              <a:t>  → Assign resources to epics (determines Sprint Board teams)</a:t>
            </a:r>
            <a:br/>
            <a:br/>
            <a:r>
              <a:t>5️⃣ GOVERNANCE CHECKLIST: Go to ✅ Governance</a:t>
            </a:r>
            <a:br/>
            <a:r>
              <a:t>  → Click Generate Items or edit items individually</a:t>
            </a:r>
            <a:br/>
            <a:br/>
            <a:r>
              <a:t>6️⃣ CREATE A RELEASE: Go to 🚀 Releases → + New Release</a:t>
            </a:r>
            <a:br/>
            <a:r>
              <a:t>  → Register stories, sign off when ready</a:t>
            </a:r>
            <a:br/>
            <a:br/>
            <a:r>
              <a:t>7️⃣ VIEW SPRINTS: Go to 📋 Sprints for Team×Product grid</a:t>
            </a:r>
            <a:br/>
            <a:r>
              <a:t>  → Toggle 'Show completed' as needed</a:t>
            </a:r>
            <a:br/>
            <a:br/>
            <a:r>
              <a:t>8️⃣ CHECK PORTFOLIO: Go to 📈 Portfolio for holistic view</a:t>
            </a:r>
            <a:br/>
            <a:br/>
            <a:r>
              <a:t>🔄 RESET DATA: Click 🔄 Reset in the header to clear all data</a:t>
            </a:r>
            <a:br/>
            <a:r>
              <a:t>👤 SWITCH ROLE: Use the role dropdown in the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800">
                <a:solidFill>
                  <a:srgbClr val="0F172A"/>
                </a:solidFill>
              </a:defRPr>
            </a:pPr>
            <a:r>
              <a:t>Key Concepts to Remember:</a:t>
            </a:r>
            <a:br/>
            <a:r>
              <a:t>• Workflows are CONFIGURABLE — edit in ⚙️ Config, no code changes</a:t>
            </a:r>
            <a:br/>
            <a:r>
              <a:t>• Roles determine WHAT you see and WHAT you can do</a:t>
            </a:r>
            <a:br/>
            <a:r>
              <a:t>• Dashboard shows only YOUR actionable items</a:t>
            </a:r>
            <a:br/>
            <a:r>
              <a:t>• Sprint Board shows team assignments derived from resources</a:t>
            </a:r>
            <a:br/>
            <a:r>
              <a:t>• Governance checklist is per-project with VS-specific templates</a:t>
            </a:r>
            <a:br/>
            <a:r>
              <a:t>• Demand → Requirement conversion happens on Approved status</a:t>
            </a:r>
            <a:br/>
            <a:br/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20/20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